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6BF41-21C8-7A21-FDB5-DAD38D957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0978E8-8FF6-C1AD-7090-4CA8CB25C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34706-0A6C-0788-C72A-DB9260F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DCA878-2949-26AA-DF8B-6F26498D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429B58-7E67-96AD-0D88-11E87305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66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E1F20-744C-6DDB-121D-0E1AD98A4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C82813-8941-63E0-859A-EFB3456B9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E03B6D-D7AF-2654-DE59-19663BA45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596EA5-5308-0D97-B199-8E2C02B9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A81C8-570A-4607-DFE2-965D0447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47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5D8D2-F99A-9418-593E-51CA93B3F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0E3C18-CDEC-E475-C99F-58723FF4C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54C631-3F5E-AE5E-19BA-CD870E9A8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5311C3-42F3-2976-6E49-BDAFF47D5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5C3431-3524-392E-8F6A-6821D8B5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2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1A647-4CBE-32D8-2754-985B6E37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C764CC-E24D-C0CA-8252-EC1A72634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6F0F2A-DE75-B25A-3E45-084A77CF9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DC23AC-0B25-609F-9411-A866CB70A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F7C6EA-1C13-CCE9-3EF2-9F7FACDE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F769A0-6001-86C6-34B7-6E34A5E7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04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11B41-ABBF-21BA-D73D-071256AC2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F87EEB-84AF-729F-CD4C-049AAB733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45B1C-64A0-9E94-CC2E-00F2F4ADE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64CF44-19ED-9D53-FB1A-0484546EE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560D11-2270-AA81-3D17-7B2ACF26F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0EA016-8E4D-559E-A1B3-24FFD446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133D52-6EEB-5423-600A-E2BB5F0D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FF23FD-8BF2-6835-EB90-27C84F48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320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D403CA-4007-E66F-F5F6-1D44B850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9A0014-4DD4-F1E3-708A-A1E5ECF6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A2F350-97D0-87E1-CF5E-8110A9A8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15DA9C-C0AC-73DB-DC29-1B38E1D5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58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BBD7724-2DAA-0A78-A1EF-3E4A37D71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132EFF-6846-7A1C-3F21-0F9E7D6D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6B0CED-DFF3-5D1B-CCC4-9DB51B98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008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98428-B86F-C933-4189-3B81A935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AAD1F2-6B70-2359-95E4-BFFA1C1C2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098F5C-7294-9E77-AFE5-E92FD373D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48C12E-A381-E5C4-9F39-5B4896AF7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6FDA-78B0-5A34-1D69-62C407E0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827B32-F4B8-00F0-5C99-5ADCEFC7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854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7EC77-9E08-6BF7-1C44-11A33A65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C86F08-97AF-E175-5E05-52F19752E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C33719-BD7E-0060-5E1D-328F73BB3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675F4C-CF5B-3A40-6989-6B29BD59E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BAB5EF-E233-1FA2-BEF6-EDD4A05A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440C67-7F8F-3237-FDE2-7CFD7EDC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92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843CE-77D3-29C0-A86A-647C2548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1469CF-1ACE-708E-5A70-4886CC4BB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63CFCF-1120-4A69-E4E0-453FBA03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B48FC8-FB15-1E34-A943-7E6614886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A4D36B-A280-92B3-A0C6-22CAA901C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74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9D2DB9-4E27-8395-3443-C36B9B05A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BA2910-59BE-FE3A-55F1-F3583AAB2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FA1B8-E16E-644F-5E82-F4BD6768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BEB778-D95D-CBF6-98B0-F3771A3B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99FD0-11A9-415E-6094-98D4F934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19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25875D-B83A-8957-9FA2-F0B6A349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D4F58-2CB1-390B-9CD4-4408295C7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C06568-F36A-1C31-F3C5-0E922C98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FAB20-13D9-4AE1-B683-98E973416DE7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801CE7-37CB-ECE5-82FE-E34BCF101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F3E25-6551-867A-C708-F71654CAB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7CC51-A05A-4BE3-A4F5-983D601C5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77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9C90D-E3AF-3A11-559B-B7C0210FBA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주차 웹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513546-D7FA-8F6A-9DB2-504C7ED4BA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9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6EAFE-E8D0-8876-60D7-1A483C6F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전역 상태 </a:t>
            </a:r>
            <a:r>
              <a:rPr lang="ko-KR" altLang="en-US" dirty="0" err="1"/>
              <a:t>관리란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A03E1F-FEF6-5A14-08B4-F33F58F78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전역적인 상태 관리가 필요할 때를 생각해보세요</a:t>
            </a:r>
            <a:endParaRPr lang="en-US" altLang="ko-KR" dirty="0"/>
          </a:p>
          <a:p>
            <a:r>
              <a:rPr lang="en-US" altLang="ko-KR" dirty="0"/>
              <a:t>Ex ) </a:t>
            </a:r>
            <a:r>
              <a:rPr lang="ko-KR" altLang="en-US" dirty="0"/>
              <a:t>환경설정</a:t>
            </a:r>
            <a:r>
              <a:rPr lang="en-US" altLang="ko-KR" dirty="0"/>
              <a:t>, </a:t>
            </a:r>
            <a:r>
              <a:rPr lang="ko-KR" altLang="en-US" dirty="0"/>
              <a:t>사용자 정보</a:t>
            </a:r>
            <a:endParaRPr lang="en-US" altLang="ko-KR" dirty="0"/>
          </a:p>
          <a:p>
            <a:r>
              <a:rPr lang="ko-KR" altLang="en-US" dirty="0" err="1"/>
              <a:t>리액트는</a:t>
            </a:r>
            <a:r>
              <a:rPr lang="ko-KR" altLang="en-US" dirty="0"/>
              <a:t> 컴포넌트 간에 데이터를 </a:t>
            </a:r>
            <a:r>
              <a:rPr lang="en-US" altLang="ko-KR" dirty="0"/>
              <a:t>props</a:t>
            </a:r>
            <a:r>
              <a:rPr lang="ko-KR" altLang="en-US" dirty="0"/>
              <a:t>로 전달합니다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여기저기서 다 필요한 데이터가 있으면 최상위 컴포넌트인 </a:t>
            </a:r>
            <a:r>
              <a:rPr lang="en-US" altLang="ko-KR" dirty="0"/>
              <a:t>App</a:t>
            </a:r>
            <a:r>
              <a:rPr lang="ko-KR" altLang="en-US" dirty="0"/>
              <a:t>의 </a:t>
            </a:r>
            <a:r>
              <a:rPr lang="en-US" altLang="ko-KR" dirty="0"/>
              <a:t>state</a:t>
            </a:r>
            <a:r>
              <a:rPr lang="ko-KR" altLang="en-US" dirty="0"/>
              <a:t>에 넣어서 관리합니다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944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81548-6734-5E00-D156-7EA175E5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전역 상태 </a:t>
            </a:r>
            <a:r>
              <a:rPr lang="ko-KR" altLang="en-US" dirty="0" err="1"/>
              <a:t>관리란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A3A86B9-2996-A6AA-4D80-46186E1A2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9792" y="804890"/>
            <a:ext cx="3674008" cy="3520925"/>
          </a:xfr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95CE38D-CD6E-EB62-F8BE-71E15B78EB9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이렇게 있다고 생각해보세요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</a:t>
            </a:r>
            <a:r>
              <a:rPr lang="ko-KR" altLang="en-US" dirty="0"/>
              <a:t>에서 전역 상태가 업데이트 시키려면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App &gt; A &gt; B &gt; E &gt; G </a:t>
            </a:r>
            <a:r>
              <a:rPr lang="ko-KR" altLang="en-US" dirty="0"/>
              <a:t>매우 복잡</a:t>
            </a:r>
            <a:r>
              <a:rPr lang="en-US" altLang="ko-KR" dirty="0"/>
              <a:t>!!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그래서 전역 상태 관리를 씁니다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2376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08286-7E07-CBF6-FA42-39017C56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참고</a:t>
            </a:r>
            <a:r>
              <a:rPr lang="en-US" altLang="ko-KR" dirty="0"/>
              <a:t>&gt; </a:t>
            </a:r>
            <a:r>
              <a:rPr lang="en-US" altLang="ko-KR" dirty="0" err="1"/>
              <a:t>LocalStorage</a:t>
            </a:r>
            <a:r>
              <a:rPr lang="ko-KR" altLang="en-US" dirty="0"/>
              <a:t>는 왜 </a:t>
            </a:r>
            <a:r>
              <a:rPr lang="ko-KR" altLang="en-US" dirty="0" err="1"/>
              <a:t>안쓰는가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EBCF0-C1B1-FDED-8E00-87E055B8D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우리가 배운 </a:t>
            </a:r>
            <a:r>
              <a:rPr lang="en-US" altLang="ko-KR" dirty="0" err="1"/>
              <a:t>LocalStorage</a:t>
            </a:r>
            <a:r>
              <a:rPr lang="ko-KR" altLang="en-US" dirty="0"/>
              <a:t>는 왜 </a:t>
            </a:r>
            <a:r>
              <a:rPr lang="ko-KR" altLang="en-US" dirty="0" err="1"/>
              <a:t>안쓸까요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대규모 프로젝트에는 한계가 있음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로컬스토리지는</a:t>
            </a:r>
            <a:r>
              <a:rPr lang="ko-KR" altLang="en-US" dirty="0"/>
              <a:t> 단지 데이터 저장소 이기 때문에</a:t>
            </a:r>
            <a:r>
              <a:rPr lang="en-US" altLang="ko-KR" dirty="0"/>
              <a:t>, </a:t>
            </a:r>
            <a:r>
              <a:rPr lang="ko-KR" altLang="en-US" dirty="0"/>
              <a:t>상태변화를 즉각 감지하지 못함 </a:t>
            </a:r>
            <a:r>
              <a:rPr lang="en-US" altLang="ko-KR" dirty="0"/>
              <a:t>&gt; </a:t>
            </a:r>
            <a:r>
              <a:rPr lang="ko-KR" altLang="en-US" dirty="0"/>
              <a:t>매번 수동으로 </a:t>
            </a:r>
            <a:r>
              <a:rPr lang="en-US" altLang="ko-KR" dirty="0"/>
              <a:t>get set </a:t>
            </a:r>
            <a:r>
              <a:rPr lang="ko-KR" altLang="en-US" dirty="0" err="1"/>
              <a:t>업뎃</a:t>
            </a:r>
            <a:r>
              <a:rPr lang="ko-KR" altLang="en-US" dirty="0"/>
              <a:t> </a:t>
            </a:r>
            <a:r>
              <a:rPr lang="ko-KR" altLang="en-US" dirty="0" err="1"/>
              <a:t>해줘야됨</a:t>
            </a:r>
            <a:endParaRPr lang="en-US" altLang="ko-KR" dirty="0"/>
          </a:p>
          <a:p>
            <a:r>
              <a:rPr lang="ko-KR" altLang="en-US" dirty="0" err="1"/>
              <a:t>리덕스</a:t>
            </a:r>
            <a:r>
              <a:rPr lang="en-US" altLang="ko-KR" dirty="0"/>
              <a:t>, context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등등은 </a:t>
            </a:r>
            <a:r>
              <a:rPr lang="ko-KR" altLang="en-US" dirty="0" err="1"/>
              <a:t>자동업뎃</a:t>
            </a:r>
            <a:r>
              <a:rPr lang="ko-KR" altLang="en-US" dirty="0"/>
              <a:t> </a:t>
            </a:r>
            <a:r>
              <a:rPr lang="ko-KR" altLang="en-US" dirty="0" err="1"/>
              <a:t>해줌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130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F4C06-6184-085F-4906-00DB3928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Context Api </a:t>
            </a:r>
            <a:r>
              <a:rPr lang="ko-KR" altLang="en-US" dirty="0"/>
              <a:t>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93ECC6-E5DA-B1F4-725E-5BCFA3158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context 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F30D17-19CE-8632-3FE3-61FA987BD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074" y="2727899"/>
            <a:ext cx="8815717" cy="101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3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4E488-99A8-C9E8-FE0E-EEF42D8AB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Context 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CA7912-CE33-ACC0-7391-F42CB62DE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 Provider </a:t>
            </a:r>
            <a:r>
              <a:rPr lang="ko-KR" altLang="en-US" dirty="0"/>
              <a:t>제공</a:t>
            </a:r>
            <a:endParaRPr lang="en-US" altLang="ko-KR" dirty="0"/>
          </a:p>
          <a:p>
            <a:r>
              <a:rPr lang="ko-KR" altLang="en-US" dirty="0"/>
              <a:t>최상위 컴포넌트에서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Provider </a:t>
            </a:r>
            <a:r>
              <a:rPr lang="ko-KR" altLang="en-US" dirty="0"/>
              <a:t>사용하여 </a:t>
            </a:r>
            <a:r>
              <a:rPr lang="en-US" altLang="ko-KR" dirty="0"/>
              <a:t>Context </a:t>
            </a:r>
            <a:r>
              <a:rPr lang="ko-KR" altLang="en-US" dirty="0"/>
              <a:t>값 전달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하위 컴포넌트에서 이 값 접근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D95CAA-2468-7C0E-7452-5F8CDFFB6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105" y="2351391"/>
            <a:ext cx="5425910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86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5C962-CDFB-6F17-E2EA-2897403D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D64F8-C09B-C40F-2CDE-683EB5A08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3. Context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ko-KR" altLang="en-US" dirty="0"/>
              <a:t>다른 컴포넌트에서 </a:t>
            </a:r>
            <a:r>
              <a:rPr lang="en-US" altLang="ko-KR" dirty="0"/>
              <a:t>Context</a:t>
            </a:r>
            <a:r>
              <a:rPr lang="ko-KR" altLang="en-US" dirty="0"/>
              <a:t>사용하여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20F7AF-7D18-04C7-D259-3F0A0B957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785" y="2055488"/>
            <a:ext cx="4709568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63752-FD0C-7B7D-23C3-791276BB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8F536-6E5C-F362-9421-CF6E7AC9F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authProvider</a:t>
            </a:r>
            <a:r>
              <a:rPr lang="ko-KR" altLang="en-US" dirty="0"/>
              <a:t>로 감싸기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AD49F9-8C8C-DD15-22ED-182FD58DE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031" y="2680309"/>
            <a:ext cx="2593503" cy="149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0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E4388-3534-2721-1809-5ABC4205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Redux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D0AF81-8A9B-A98C-69F9-0C5AF423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근본 상태관리 라이브러리 </a:t>
            </a:r>
            <a:r>
              <a:rPr lang="en-US" altLang="ko-KR" dirty="0"/>
              <a:t>(</a:t>
            </a:r>
            <a:r>
              <a:rPr lang="ko-KR" altLang="en-US" dirty="0"/>
              <a:t>옛날엔 </a:t>
            </a:r>
            <a:r>
              <a:rPr lang="en-US" altLang="ko-KR" dirty="0"/>
              <a:t>Context Api</a:t>
            </a:r>
            <a:r>
              <a:rPr lang="ko-KR" altLang="en-US" dirty="0"/>
              <a:t>도 쓸게 못돼서 </a:t>
            </a:r>
            <a:r>
              <a:rPr lang="ko-KR" altLang="en-US" dirty="0" err="1"/>
              <a:t>리덕스가</a:t>
            </a:r>
            <a:r>
              <a:rPr lang="ko-KR" altLang="en-US" dirty="0"/>
              <a:t> 필수였다고 함</a:t>
            </a:r>
            <a:r>
              <a:rPr lang="en-US" altLang="ko-KR" dirty="0"/>
              <a:t>…)</a:t>
            </a:r>
          </a:p>
          <a:p>
            <a:r>
              <a:rPr lang="ko-KR" altLang="en-US" dirty="0"/>
              <a:t>너무너무 복잡함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하지만 아주 큰 프로젝트에서는 사용됨</a:t>
            </a:r>
            <a:endParaRPr lang="en-US" altLang="ko-KR" dirty="0"/>
          </a:p>
          <a:p>
            <a:pPr lvl="1"/>
            <a:r>
              <a:rPr lang="ko-KR" altLang="en-US" dirty="0"/>
              <a:t>나의 궁금증 </a:t>
            </a:r>
            <a:r>
              <a:rPr lang="en-US" altLang="ko-KR" dirty="0"/>
              <a:t>: 1</a:t>
            </a:r>
            <a:r>
              <a:rPr lang="ko-KR" altLang="en-US" dirty="0" err="1"/>
              <a:t>달반짜리</a:t>
            </a:r>
            <a:r>
              <a:rPr lang="ko-KR" altLang="en-US" dirty="0"/>
              <a:t> 초보들의 프로젝트에서 쓰일까</a:t>
            </a:r>
            <a:r>
              <a:rPr lang="en-US" altLang="ko-KR" dirty="0"/>
              <a:t>…?</a:t>
            </a:r>
          </a:p>
          <a:p>
            <a:endParaRPr lang="en-US" altLang="ko-KR" dirty="0"/>
          </a:p>
          <a:p>
            <a:r>
              <a:rPr lang="ko-KR" altLang="en-US" dirty="0"/>
              <a:t>사용법이 궁금하면 스스로 </a:t>
            </a:r>
            <a:r>
              <a:rPr lang="ko-KR" altLang="en-US" dirty="0" err="1"/>
              <a:t>찾아보시길</a:t>
            </a:r>
            <a:r>
              <a:rPr lang="en-US" altLang="ko-KR" dirty="0"/>
              <a:t>…</a:t>
            </a:r>
            <a:r>
              <a:rPr lang="ko-KR" altLang="en-US" dirty="0" err="1"/>
              <a:t>ㅎ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3414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33B70-A1CD-992B-D127-C9356862F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Zustand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C4E87-6C6B-C518-3866-F63DDE08B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간단해진 전역상태관리 라이브러리</a:t>
            </a:r>
            <a:endParaRPr lang="en-US" altLang="ko-KR" dirty="0"/>
          </a:p>
          <a:p>
            <a:r>
              <a:rPr lang="en-US" altLang="ko-KR" b="1" dirty="0"/>
              <a:t>Context API</a:t>
            </a:r>
            <a:r>
              <a:rPr lang="ko-KR" altLang="en-US" dirty="0"/>
              <a:t>는 컨텍스트의 값을 변경할 때마다 해당 컨텍스트를 사용하는 모든 컴포넌트가 </a:t>
            </a:r>
            <a:r>
              <a:rPr lang="ko-KR" altLang="en-US" dirty="0" err="1"/>
              <a:t>리렌더링됨</a:t>
            </a:r>
            <a:r>
              <a:rPr lang="en-US" altLang="ko-KR" dirty="0"/>
              <a:t>. </a:t>
            </a:r>
            <a:r>
              <a:rPr lang="ko-KR" altLang="en-US" dirty="0"/>
              <a:t>컴포넌트마다 상태 값을 달리 사용하고 </a:t>
            </a:r>
            <a:r>
              <a:rPr lang="ko-KR" altLang="en-US" dirty="0" err="1"/>
              <a:t>싶을때는</a:t>
            </a:r>
            <a:r>
              <a:rPr lang="ko-KR" altLang="en-US" dirty="0"/>
              <a:t> 곤란하겠죠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프로젝트에서 상태관리를 </a:t>
            </a:r>
            <a:r>
              <a:rPr lang="ko-KR" altLang="en-US" dirty="0" err="1"/>
              <a:t>해야한다면</a:t>
            </a:r>
            <a:r>
              <a:rPr lang="ko-KR" altLang="en-US" dirty="0"/>
              <a:t> </a:t>
            </a:r>
            <a:r>
              <a:rPr lang="en-US" altLang="ko-KR" dirty="0" err="1"/>
              <a:t>Zustand</a:t>
            </a:r>
            <a:r>
              <a:rPr lang="en-US" altLang="ko-KR" dirty="0"/>
              <a:t> </a:t>
            </a:r>
            <a:r>
              <a:rPr lang="ko-KR" altLang="en-US" sz="2000" strike="sngStrike" dirty="0"/>
              <a:t>무조건</a:t>
            </a:r>
            <a:r>
              <a:rPr lang="ko-KR" altLang="en-US" dirty="0"/>
              <a:t>추천</a:t>
            </a:r>
            <a:r>
              <a:rPr lang="en-US" altLang="ko-KR" dirty="0"/>
              <a:t>. </a:t>
            </a:r>
            <a:r>
              <a:rPr lang="en-US" altLang="ko-KR" sz="2000" dirty="0"/>
              <a:t>(</a:t>
            </a:r>
            <a:r>
              <a:rPr lang="ko-KR" altLang="en-US" sz="2000" dirty="0"/>
              <a:t>참고 </a:t>
            </a:r>
            <a:r>
              <a:rPr lang="en-US" altLang="ko-KR" sz="2000" dirty="0"/>
              <a:t>: </a:t>
            </a:r>
            <a:r>
              <a:rPr lang="ko-KR" altLang="en-US" sz="2000" dirty="0"/>
              <a:t>저는 </a:t>
            </a:r>
            <a:r>
              <a:rPr lang="ko-KR" altLang="en-US" sz="2000" dirty="0" err="1"/>
              <a:t>플젝때</a:t>
            </a:r>
            <a:r>
              <a:rPr lang="ko-KR" altLang="en-US" sz="2000" dirty="0"/>
              <a:t> 상태관리 </a:t>
            </a:r>
            <a:r>
              <a:rPr lang="ko-KR" altLang="en-US" sz="2000" dirty="0" err="1"/>
              <a:t>안썻습니다</a:t>
            </a:r>
            <a:r>
              <a:rPr lang="en-US" altLang="ko-KR" sz="2000" dirty="0"/>
              <a:t>…</a:t>
            </a:r>
            <a:r>
              <a:rPr lang="ko-KR" altLang="en-US" sz="2000" dirty="0" err="1"/>
              <a:t>ㅎ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39942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3F6F8-5032-A73E-4EE4-E4539ADE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Zustand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67CB54-194A-8646-EEE7-A22BED46A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상태를 보관하는 곳인 </a:t>
            </a:r>
            <a:r>
              <a:rPr lang="en-US" altLang="ko-KR" b="1" dirty="0"/>
              <a:t>Store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CD0A8D-16A3-454B-A1EF-F2EA70F77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677" y="2743007"/>
            <a:ext cx="5616427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43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A42AA-52F2-EC10-82B2-7971C224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Zustand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AE5EC-F52B-4C02-4F47-50669F283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스토어의 상태 읽기</a:t>
            </a:r>
            <a:endParaRPr lang="en-US" altLang="ko-KR" dirty="0"/>
          </a:p>
          <a:p>
            <a:r>
              <a:rPr lang="ko-KR" altLang="en-US" dirty="0"/>
              <a:t>스토어에 정의된 메소드 호출하여 상태 변경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D6F6A8-D580-D174-410A-E135C98A5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302" y="2781613"/>
            <a:ext cx="4778154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7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275</Words>
  <Application>Microsoft Office PowerPoint</Application>
  <PresentationFormat>와이드스크린</PresentationFormat>
  <Paragraphs>44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9주차 웹</vt:lpstr>
      <vt:lpstr>1. 전역 상태 관리란?</vt:lpstr>
      <vt:lpstr>1. 전역 상태 관리란?</vt:lpstr>
      <vt:lpstr>&lt;참고&gt; LocalStorage는 왜 안쓰는가?</vt:lpstr>
      <vt:lpstr>2. Context Api 사용법</vt:lpstr>
      <vt:lpstr>2. Context Api</vt:lpstr>
      <vt:lpstr>PowerPoint 프레젠테이션</vt:lpstr>
      <vt:lpstr>PowerPoint 프레젠테이션</vt:lpstr>
      <vt:lpstr>3. Redux</vt:lpstr>
      <vt:lpstr>4. Zustand</vt:lpstr>
      <vt:lpstr>4. Zustand</vt:lpstr>
      <vt:lpstr>4. Zustand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주원 조</dc:creator>
  <cp:lastModifiedBy>주원 조</cp:lastModifiedBy>
  <cp:revision>1</cp:revision>
  <dcterms:created xsi:type="dcterms:W3CDTF">2024-11-23T07:16:29Z</dcterms:created>
  <dcterms:modified xsi:type="dcterms:W3CDTF">2024-11-23T07:53:13Z</dcterms:modified>
</cp:coreProperties>
</file>